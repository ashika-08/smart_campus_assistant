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3" r:id="rId3"/>
    <p:sldId id="262" r:id="rId4"/>
    <p:sldId id="264" r:id="rId5"/>
    <p:sldId id="257" r:id="rId6"/>
    <p:sldId id="258" r:id="rId7"/>
    <p:sldId id="259" r:id="rId8"/>
    <p:sldId id="260" r:id="rId9"/>
    <p:sldId id="261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188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Introduction to Loops &amp; Conditions in 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Loops • Nested Loops • Nested if-else • Switch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Nested if-else – Max of 3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It lets the program </a:t>
            </a:r>
            <a:r>
              <a:rPr lang="en-US" b="1" dirty="0"/>
              <a:t>choose between different actions</a:t>
            </a:r>
            <a:r>
              <a:rPr lang="en-US" dirty="0"/>
              <a:t> based on conditions.</a:t>
            </a:r>
            <a:endParaRPr lang="en-IN" dirty="0"/>
          </a:p>
          <a:p>
            <a:pPr marL="0" indent="0">
              <a:buNone/>
            </a:pPr>
            <a:r>
              <a:rPr dirty="0"/>
              <a:t>if(a&gt;b &amp;&amp; a&gt;c)</a:t>
            </a:r>
          </a:p>
          <a:p>
            <a:pPr marL="0" indent="0">
              <a:buNone/>
            </a:pPr>
            <a:r>
              <a:rPr dirty="0"/>
              <a:t>    </a:t>
            </a:r>
            <a:r>
              <a:rPr dirty="0" err="1"/>
              <a:t>printf</a:t>
            </a:r>
            <a:r>
              <a:rPr dirty="0"/>
              <a:t>("A is max");</a:t>
            </a:r>
          </a:p>
          <a:p>
            <a:pPr marL="0" indent="0">
              <a:buNone/>
            </a:pPr>
            <a:r>
              <a:rPr dirty="0"/>
              <a:t>else if(b&gt;a &amp;&amp; b&gt;c)</a:t>
            </a:r>
          </a:p>
          <a:p>
            <a:pPr marL="0" indent="0">
              <a:buNone/>
            </a:pPr>
            <a:r>
              <a:rPr dirty="0"/>
              <a:t>    </a:t>
            </a:r>
            <a:r>
              <a:rPr dirty="0" err="1"/>
              <a:t>printf</a:t>
            </a:r>
            <a:r>
              <a:rPr dirty="0"/>
              <a:t>("B is max");</a:t>
            </a:r>
          </a:p>
          <a:p>
            <a:pPr marL="0" indent="0">
              <a:buNone/>
            </a:pPr>
            <a:r>
              <a:rPr dirty="0"/>
              <a:t>else</a:t>
            </a:r>
          </a:p>
          <a:p>
            <a:pPr marL="0" indent="0">
              <a:buNone/>
            </a:pPr>
            <a:r>
              <a:rPr dirty="0"/>
              <a:t>    </a:t>
            </a:r>
            <a:r>
              <a:rPr dirty="0" err="1"/>
              <a:t>printf</a:t>
            </a:r>
            <a:r>
              <a:rPr dirty="0"/>
              <a:t>("C is max");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Nested if-else – Leap Year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099" y="2999232"/>
            <a:ext cx="8229600" cy="3596322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sz="5000" dirty="0"/>
              <a:t>if(year % 400 == 0)</a:t>
            </a:r>
          </a:p>
          <a:p>
            <a:pPr marL="0" indent="0">
              <a:buNone/>
            </a:pPr>
            <a:r>
              <a:rPr sz="5000" dirty="0"/>
              <a:t>    </a:t>
            </a:r>
            <a:r>
              <a:rPr sz="5000" dirty="0" err="1"/>
              <a:t>printf</a:t>
            </a:r>
            <a:r>
              <a:rPr sz="5000" dirty="0"/>
              <a:t>("Leap year");</a:t>
            </a:r>
          </a:p>
          <a:p>
            <a:pPr marL="0" indent="0">
              <a:buNone/>
            </a:pPr>
            <a:r>
              <a:rPr sz="5000" dirty="0"/>
              <a:t>else if(year % 100 == 0)</a:t>
            </a:r>
          </a:p>
          <a:p>
            <a:pPr marL="0" indent="0">
              <a:buNone/>
            </a:pPr>
            <a:r>
              <a:rPr sz="5000" dirty="0"/>
              <a:t>    </a:t>
            </a:r>
            <a:r>
              <a:rPr sz="5000" dirty="0" err="1"/>
              <a:t>printf</a:t>
            </a:r>
            <a:r>
              <a:rPr sz="5000" dirty="0"/>
              <a:t>("Not Leap year");</a:t>
            </a:r>
          </a:p>
          <a:p>
            <a:pPr marL="0" indent="0">
              <a:buNone/>
            </a:pPr>
            <a:r>
              <a:rPr sz="5000" dirty="0"/>
              <a:t>else if(year % 4 == 0)</a:t>
            </a:r>
          </a:p>
          <a:p>
            <a:pPr marL="0" indent="0">
              <a:buNone/>
            </a:pPr>
            <a:r>
              <a:rPr sz="5000" dirty="0"/>
              <a:t>    </a:t>
            </a:r>
            <a:r>
              <a:rPr sz="5000" dirty="0" err="1"/>
              <a:t>printf</a:t>
            </a:r>
            <a:r>
              <a:rPr sz="5000" dirty="0"/>
              <a:t>("Leap year");</a:t>
            </a:r>
          </a:p>
          <a:p>
            <a:pPr marL="0" indent="0">
              <a:buNone/>
            </a:pPr>
            <a:r>
              <a:rPr sz="5000" dirty="0"/>
              <a:t>else</a:t>
            </a:r>
          </a:p>
          <a:p>
            <a:pPr marL="0" indent="0">
              <a:buNone/>
            </a:pPr>
            <a:r>
              <a:rPr sz="5000" dirty="0"/>
              <a:t>    </a:t>
            </a:r>
            <a:r>
              <a:rPr sz="5000" dirty="0" err="1"/>
              <a:t>printf</a:t>
            </a:r>
            <a:r>
              <a:rPr sz="5000" dirty="0"/>
              <a:t>("Not Leap year");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C89FFA-D3BA-BD67-A57E-0E509BE46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99" y="1485628"/>
            <a:ext cx="7887801" cy="129558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61"/>
            <a:ext cx="8229600" cy="1143000"/>
          </a:xfrm>
        </p:spPr>
        <p:txBody>
          <a:bodyPr/>
          <a:lstStyle/>
          <a:p>
            <a:r>
              <a:rPr dirty="0"/>
              <a:t>Switch Statement – Days of Week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18095"/>
            <a:ext cx="7838388" cy="5838644"/>
          </a:xfrm>
        </p:spPr>
        <p:txBody>
          <a:bodyPr numCol="2">
            <a:normAutofit lnSpcReduction="10000"/>
          </a:bodyPr>
          <a:lstStyle/>
          <a:p>
            <a:pPr marL="0" indent="0">
              <a:buNone/>
            </a:pPr>
            <a:r>
              <a:rPr lang="en-IN" sz="2400" dirty="0"/>
              <a:t>int day;</a:t>
            </a:r>
          </a:p>
          <a:p>
            <a:pPr marL="0" indent="0">
              <a:buNone/>
            </a:pPr>
            <a:r>
              <a:rPr lang="en-IN" sz="2400" dirty="0" err="1"/>
              <a:t>printf</a:t>
            </a:r>
            <a:r>
              <a:rPr lang="en-IN" sz="2400" dirty="0"/>
              <a:t>(“Enter the day”);</a:t>
            </a:r>
          </a:p>
          <a:p>
            <a:pPr marL="0" indent="0">
              <a:buNone/>
            </a:pPr>
            <a:r>
              <a:rPr lang="en-IN" sz="2400" dirty="0" err="1"/>
              <a:t>scanf</a:t>
            </a:r>
            <a:r>
              <a:rPr lang="en-IN" sz="2400" dirty="0"/>
              <a:t>(“%d”, &amp;day);</a:t>
            </a:r>
          </a:p>
          <a:p>
            <a:pPr marL="0" indent="0">
              <a:buNone/>
            </a:pPr>
            <a:r>
              <a:rPr sz="2400" dirty="0"/>
              <a:t>switch(day) {</a:t>
            </a:r>
          </a:p>
          <a:p>
            <a:pPr marL="0" indent="0">
              <a:buNone/>
            </a:pPr>
            <a:r>
              <a:rPr sz="2400" dirty="0"/>
              <a:t>    case 1: </a:t>
            </a:r>
            <a:endParaRPr lang="en-IN" sz="2400" dirty="0"/>
          </a:p>
          <a:p>
            <a:pPr marL="0" indent="0">
              <a:buNone/>
            </a:pPr>
            <a:r>
              <a:rPr lang="en-IN" sz="2400" dirty="0"/>
              <a:t>        </a:t>
            </a:r>
            <a:r>
              <a:rPr sz="2400" dirty="0" err="1"/>
              <a:t>printf</a:t>
            </a:r>
            <a:r>
              <a:rPr sz="2400" dirty="0"/>
              <a:t>("Sunday"); </a:t>
            </a:r>
            <a:endParaRPr lang="en-IN" sz="2400" dirty="0"/>
          </a:p>
          <a:p>
            <a:pPr marL="0" indent="0">
              <a:buNone/>
            </a:pPr>
            <a:r>
              <a:rPr lang="en-IN" sz="2400" dirty="0"/>
              <a:t>        </a:t>
            </a:r>
            <a:r>
              <a:rPr sz="2400" dirty="0"/>
              <a:t>break;</a:t>
            </a:r>
          </a:p>
          <a:p>
            <a:pPr marL="0" indent="0">
              <a:buNone/>
            </a:pPr>
            <a:r>
              <a:rPr lang="en-IN" sz="2400" dirty="0"/>
              <a:t>   </a:t>
            </a:r>
            <a:r>
              <a:rPr sz="2400" dirty="0"/>
              <a:t> case 2: </a:t>
            </a:r>
            <a:endParaRPr lang="en-IN" sz="2400" dirty="0"/>
          </a:p>
          <a:p>
            <a:pPr marL="0" indent="0">
              <a:buNone/>
            </a:pPr>
            <a:r>
              <a:rPr lang="en-IN" sz="2400" dirty="0"/>
              <a:t>        </a:t>
            </a:r>
            <a:r>
              <a:rPr sz="2400" dirty="0" err="1"/>
              <a:t>printf</a:t>
            </a:r>
            <a:r>
              <a:rPr sz="2400" dirty="0"/>
              <a:t>("Monday"); </a:t>
            </a:r>
            <a:endParaRPr lang="en-IN" sz="2400" dirty="0"/>
          </a:p>
          <a:p>
            <a:pPr marL="0" indent="0">
              <a:buNone/>
            </a:pPr>
            <a:r>
              <a:rPr lang="en-IN" sz="2400" dirty="0"/>
              <a:t>        </a:t>
            </a:r>
            <a:r>
              <a:rPr sz="2400" dirty="0"/>
              <a:t>break;</a:t>
            </a:r>
          </a:p>
          <a:p>
            <a:pPr marL="0" indent="0">
              <a:buNone/>
            </a:pPr>
            <a:r>
              <a:rPr lang="en-IN" sz="2400" dirty="0"/>
              <a:t>     </a:t>
            </a:r>
            <a:r>
              <a:rPr sz="2400" dirty="0"/>
              <a:t>case 3: </a:t>
            </a:r>
            <a:endParaRPr lang="en-IN" sz="2400" dirty="0"/>
          </a:p>
          <a:p>
            <a:pPr marL="0" indent="0">
              <a:buNone/>
            </a:pPr>
            <a:r>
              <a:rPr lang="en-IN" sz="2400" dirty="0"/>
              <a:t>        </a:t>
            </a:r>
            <a:r>
              <a:rPr sz="2400" dirty="0" err="1"/>
              <a:t>printf</a:t>
            </a:r>
            <a:r>
              <a:rPr sz="2400" dirty="0"/>
              <a:t>("Tuesday"); </a:t>
            </a:r>
            <a:endParaRPr lang="en-IN" sz="2400" dirty="0"/>
          </a:p>
          <a:p>
            <a:pPr marL="0" indent="0">
              <a:buNone/>
            </a:pPr>
            <a:r>
              <a:rPr lang="en-IN" sz="2400" dirty="0"/>
              <a:t>        </a:t>
            </a:r>
            <a:r>
              <a:rPr sz="2400" dirty="0"/>
              <a:t>break;</a:t>
            </a:r>
          </a:p>
          <a:p>
            <a:pPr marL="0" indent="0">
              <a:buNone/>
            </a:pPr>
            <a:r>
              <a:rPr lang="en-IN" sz="2400" dirty="0"/>
              <a:t> </a:t>
            </a:r>
            <a:r>
              <a:rPr sz="2400" dirty="0"/>
              <a:t>    case 4: </a:t>
            </a:r>
            <a:endParaRPr lang="en-IN" sz="2400" dirty="0"/>
          </a:p>
          <a:p>
            <a:pPr marL="0" indent="0">
              <a:buNone/>
            </a:pPr>
            <a:r>
              <a:rPr lang="en-IN" sz="2400" dirty="0"/>
              <a:t>        </a:t>
            </a:r>
            <a:r>
              <a:rPr sz="2400" dirty="0" err="1"/>
              <a:t>printf</a:t>
            </a:r>
            <a:r>
              <a:rPr sz="2400" dirty="0"/>
              <a:t>("Wednesday"); </a:t>
            </a:r>
            <a:endParaRPr lang="en-IN" sz="2400" dirty="0"/>
          </a:p>
          <a:p>
            <a:pPr marL="0" indent="0">
              <a:buNone/>
            </a:pPr>
            <a:r>
              <a:rPr lang="en-IN" sz="2400" dirty="0"/>
              <a:t>        </a:t>
            </a:r>
            <a:r>
              <a:rPr sz="2400" dirty="0"/>
              <a:t>break;</a:t>
            </a:r>
          </a:p>
          <a:p>
            <a:pPr marL="0" indent="0">
              <a:buNone/>
            </a:pPr>
            <a:r>
              <a:rPr sz="2400" dirty="0"/>
              <a:t>    case 5: </a:t>
            </a:r>
            <a:endParaRPr lang="en-IN" sz="2400" dirty="0"/>
          </a:p>
          <a:p>
            <a:pPr marL="0" indent="0">
              <a:buNone/>
            </a:pPr>
            <a:r>
              <a:rPr lang="en-IN" sz="2400" dirty="0"/>
              <a:t>         </a:t>
            </a:r>
            <a:r>
              <a:rPr sz="2400" dirty="0" err="1"/>
              <a:t>printf</a:t>
            </a:r>
            <a:r>
              <a:rPr sz="2400" dirty="0"/>
              <a:t>("Thursday"); </a:t>
            </a:r>
            <a:endParaRPr lang="en-IN" sz="2400" dirty="0"/>
          </a:p>
          <a:p>
            <a:pPr marL="0" indent="0">
              <a:buNone/>
            </a:pPr>
            <a:r>
              <a:rPr lang="en-IN" sz="2400" dirty="0"/>
              <a:t>         </a:t>
            </a:r>
            <a:r>
              <a:rPr sz="2400" dirty="0"/>
              <a:t>break;</a:t>
            </a:r>
          </a:p>
          <a:p>
            <a:pPr marL="0" indent="0">
              <a:buNone/>
            </a:pPr>
            <a:r>
              <a:rPr lang="en-IN" sz="2400" dirty="0"/>
              <a:t>     </a:t>
            </a:r>
            <a:r>
              <a:rPr sz="2400" dirty="0"/>
              <a:t>case 6: </a:t>
            </a:r>
            <a:endParaRPr lang="en-IN" sz="2400" dirty="0"/>
          </a:p>
          <a:p>
            <a:pPr marL="0" indent="0">
              <a:buNone/>
            </a:pPr>
            <a:r>
              <a:rPr lang="en-IN" sz="2400" dirty="0"/>
              <a:t>         </a:t>
            </a:r>
            <a:r>
              <a:rPr sz="2400" dirty="0" err="1"/>
              <a:t>printf</a:t>
            </a:r>
            <a:r>
              <a:rPr sz="2400" dirty="0"/>
              <a:t>("Friday"); </a:t>
            </a:r>
            <a:endParaRPr lang="en-IN" sz="2400" dirty="0"/>
          </a:p>
          <a:p>
            <a:pPr marL="0" indent="0">
              <a:buNone/>
            </a:pPr>
            <a:r>
              <a:rPr lang="en-IN" sz="2400" dirty="0"/>
              <a:t>         </a:t>
            </a:r>
            <a:r>
              <a:rPr sz="2400" dirty="0"/>
              <a:t>break;</a:t>
            </a:r>
          </a:p>
          <a:p>
            <a:pPr marL="0" indent="0">
              <a:buNone/>
            </a:pPr>
            <a:r>
              <a:rPr sz="2400" dirty="0"/>
              <a:t>    case 7: </a:t>
            </a:r>
            <a:endParaRPr lang="en-IN" sz="2400" dirty="0"/>
          </a:p>
          <a:p>
            <a:pPr marL="0" indent="0">
              <a:buNone/>
            </a:pPr>
            <a:r>
              <a:rPr lang="en-IN" sz="2400" dirty="0"/>
              <a:t>         </a:t>
            </a:r>
            <a:r>
              <a:rPr sz="2400" dirty="0" err="1"/>
              <a:t>printf</a:t>
            </a:r>
            <a:r>
              <a:rPr sz="2400" dirty="0"/>
              <a:t>("Saturday"); </a:t>
            </a:r>
            <a:endParaRPr lang="en-IN" sz="2400" dirty="0"/>
          </a:p>
          <a:p>
            <a:pPr marL="0" indent="0">
              <a:buNone/>
            </a:pPr>
            <a:r>
              <a:rPr lang="en-IN" sz="2400" dirty="0"/>
              <a:t>         </a:t>
            </a:r>
            <a:r>
              <a:rPr sz="2400" dirty="0"/>
              <a:t>break;</a:t>
            </a:r>
          </a:p>
          <a:p>
            <a:pPr marL="0" indent="0">
              <a:buNone/>
            </a:pPr>
            <a:r>
              <a:rPr lang="en-IN" sz="2400" dirty="0"/>
              <a:t> </a:t>
            </a:r>
            <a:r>
              <a:rPr sz="2400" dirty="0"/>
              <a:t>   default: </a:t>
            </a:r>
            <a:endParaRPr lang="en-IN" sz="2400" dirty="0"/>
          </a:p>
          <a:p>
            <a:pPr marL="0" indent="0">
              <a:buNone/>
            </a:pPr>
            <a:r>
              <a:rPr lang="en-IN" sz="2400" dirty="0"/>
              <a:t>         </a:t>
            </a:r>
            <a:r>
              <a:rPr sz="2400" dirty="0" err="1"/>
              <a:t>printf</a:t>
            </a:r>
            <a:r>
              <a:rPr sz="2400" dirty="0"/>
              <a:t>("Invalid day");</a:t>
            </a:r>
          </a:p>
          <a:p>
            <a:pPr marL="0" indent="0">
              <a:buNone/>
            </a:pPr>
            <a:r>
              <a:rPr sz="2400" dirty="0"/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Loops?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Avoid repetition of code</a:t>
            </a:r>
          </a:p>
          <a:p>
            <a:r>
              <a:rPr dirty="0"/>
              <a:t> Execute block multiple times</a:t>
            </a:r>
          </a:p>
          <a:p>
            <a:endParaRPr dirty="0"/>
          </a:p>
          <a:p>
            <a:r>
              <a:rPr dirty="0"/>
              <a:t>Example:</a:t>
            </a:r>
          </a:p>
          <a:p>
            <a:pPr marL="0" indent="0">
              <a:buNone/>
            </a:pPr>
            <a:r>
              <a:rPr dirty="0"/>
              <a:t>for(int </a:t>
            </a:r>
            <a:r>
              <a:rPr dirty="0" err="1"/>
              <a:t>i</a:t>
            </a:r>
            <a:r>
              <a:rPr dirty="0"/>
              <a:t>=1; </a:t>
            </a:r>
            <a:r>
              <a:rPr dirty="0" err="1"/>
              <a:t>i</a:t>
            </a:r>
            <a:r>
              <a:rPr dirty="0"/>
              <a:t>&lt;=5; </a:t>
            </a:r>
            <a:r>
              <a:rPr dirty="0" err="1"/>
              <a:t>i</a:t>
            </a:r>
            <a:r>
              <a:rPr dirty="0"/>
              <a:t>++) {</a:t>
            </a:r>
          </a:p>
          <a:p>
            <a:pPr marL="0" indent="0">
              <a:buNone/>
            </a:pPr>
            <a:r>
              <a:rPr dirty="0"/>
              <a:t>    </a:t>
            </a:r>
            <a:r>
              <a:rPr dirty="0" err="1"/>
              <a:t>printf</a:t>
            </a:r>
            <a:r>
              <a:rPr dirty="0"/>
              <a:t>("%d ", </a:t>
            </a:r>
            <a:r>
              <a:rPr dirty="0" err="1"/>
              <a:t>i</a:t>
            </a:r>
            <a:r>
              <a:rPr dirty="0"/>
              <a:t>);</a:t>
            </a:r>
          </a:p>
          <a:p>
            <a:pPr marL="0" indent="0">
              <a:buNone/>
            </a:pPr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Factorial using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Definition: n! = n × (n-1) × … × 1</a:t>
            </a:r>
          </a:p>
          <a:p>
            <a:r>
              <a:rPr dirty="0"/>
              <a:t>Example: 5! = 120</a:t>
            </a:r>
          </a:p>
          <a:p>
            <a:pPr marL="0" indent="0">
              <a:buNone/>
            </a:pPr>
            <a:r>
              <a:rPr lang="en-IN" dirty="0"/>
              <a:t>int n=5;</a:t>
            </a:r>
            <a:endParaRPr dirty="0"/>
          </a:p>
          <a:p>
            <a:pPr marL="0" indent="0">
              <a:buNone/>
            </a:pPr>
            <a:r>
              <a:rPr dirty="0"/>
              <a:t>int fact=1;</a:t>
            </a:r>
          </a:p>
          <a:p>
            <a:pPr marL="0" indent="0">
              <a:buNone/>
            </a:pPr>
            <a:r>
              <a:rPr dirty="0"/>
              <a:t>for(int </a:t>
            </a:r>
            <a:r>
              <a:rPr dirty="0" err="1"/>
              <a:t>i</a:t>
            </a:r>
            <a:r>
              <a:rPr dirty="0"/>
              <a:t>=1; </a:t>
            </a:r>
            <a:r>
              <a:rPr dirty="0" err="1"/>
              <a:t>i</a:t>
            </a:r>
            <a:r>
              <a:rPr dirty="0"/>
              <a:t>&lt;=n; </a:t>
            </a:r>
            <a:r>
              <a:rPr dirty="0" err="1"/>
              <a:t>i</a:t>
            </a:r>
            <a:r>
              <a:rPr dirty="0"/>
              <a:t>++) {</a:t>
            </a:r>
          </a:p>
          <a:p>
            <a:pPr marL="0" indent="0">
              <a:buNone/>
            </a:pPr>
            <a:r>
              <a:rPr dirty="0"/>
              <a:t>    fact = fact * </a:t>
            </a:r>
            <a:r>
              <a:rPr dirty="0" err="1"/>
              <a:t>i</a:t>
            </a:r>
            <a:r>
              <a:rPr dirty="0"/>
              <a:t>;</a:t>
            </a:r>
          </a:p>
          <a:p>
            <a:pPr marL="0" indent="0">
              <a:buNone/>
            </a:pPr>
            <a:r>
              <a:rPr dirty="0"/>
              <a:t>}</a:t>
            </a:r>
          </a:p>
          <a:p>
            <a:pPr marL="0" indent="0">
              <a:buNone/>
            </a:pPr>
            <a:r>
              <a:rPr dirty="0" err="1"/>
              <a:t>printf</a:t>
            </a:r>
            <a:r>
              <a:rPr dirty="0"/>
              <a:t>("Factorial = %d", fact);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Fibonacci Series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Sequence: 0, 1, 1, 2, 3, 5…</a:t>
            </a:r>
            <a:endParaRPr lang="en-IN" dirty="0"/>
          </a:p>
          <a:p>
            <a:endParaRPr sz="2100" dirty="0"/>
          </a:p>
          <a:p>
            <a:pPr marL="0" indent="0">
              <a:buNone/>
            </a:pPr>
            <a:r>
              <a:rPr lang="en-IN" dirty="0"/>
              <a:t>int n=5;</a:t>
            </a:r>
            <a:endParaRPr dirty="0"/>
          </a:p>
          <a:p>
            <a:pPr marL="0" indent="0">
              <a:buNone/>
            </a:pPr>
            <a:r>
              <a:rPr dirty="0"/>
              <a:t>int a=0, b=1, c;</a:t>
            </a:r>
            <a:endParaRPr lang="en-IN" dirty="0"/>
          </a:p>
          <a:p>
            <a:pPr marL="0" indent="0">
              <a:buNone/>
            </a:pPr>
            <a:r>
              <a:rPr lang="en-IN" dirty="0" err="1"/>
              <a:t>printf</a:t>
            </a:r>
            <a:r>
              <a:rPr lang="en-IN" dirty="0"/>
              <a:t>(“%d %d”, a, b);</a:t>
            </a:r>
            <a:endParaRPr dirty="0"/>
          </a:p>
          <a:p>
            <a:pPr marL="0" indent="0">
              <a:buNone/>
            </a:pPr>
            <a:r>
              <a:rPr dirty="0"/>
              <a:t>for(int </a:t>
            </a:r>
            <a:r>
              <a:rPr dirty="0" err="1"/>
              <a:t>i</a:t>
            </a:r>
            <a:r>
              <a:rPr dirty="0"/>
              <a:t>=</a:t>
            </a:r>
            <a:r>
              <a:rPr lang="en-IN" dirty="0"/>
              <a:t>3</a:t>
            </a:r>
            <a:r>
              <a:rPr dirty="0"/>
              <a:t>; </a:t>
            </a:r>
            <a:r>
              <a:rPr dirty="0" err="1"/>
              <a:t>i</a:t>
            </a:r>
            <a:r>
              <a:rPr dirty="0"/>
              <a:t>&lt;=n; </a:t>
            </a:r>
            <a:r>
              <a:rPr dirty="0" err="1"/>
              <a:t>i</a:t>
            </a:r>
            <a:r>
              <a:rPr dirty="0"/>
              <a:t>++) {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dirty="0"/>
              <a:t>c = a + b;</a:t>
            </a:r>
            <a:br>
              <a:rPr lang="en-IN" dirty="0"/>
            </a:br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("%d ", c);</a:t>
            </a:r>
            <a:endParaRPr dirty="0"/>
          </a:p>
          <a:p>
            <a:pPr marL="0" indent="0">
              <a:buNone/>
            </a:pPr>
            <a:r>
              <a:rPr dirty="0"/>
              <a:t>    a = b;</a:t>
            </a:r>
          </a:p>
          <a:p>
            <a:pPr marL="0" indent="0">
              <a:buNone/>
            </a:pPr>
            <a:r>
              <a:rPr dirty="0"/>
              <a:t>    b = c;</a:t>
            </a:r>
          </a:p>
          <a:p>
            <a:pPr marL="0" indent="0">
              <a:buNone/>
            </a:pPr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Prime Number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dirty="0"/>
              <a:t>Prime: divisible only by 1 and itself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int flag=1;</a:t>
            </a:r>
          </a:p>
          <a:p>
            <a:pPr marL="0" indent="0">
              <a:buNone/>
            </a:pPr>
            <a:r>
              <a:rPr dirty="0"/>
              <a:t>for(int </a:t>
            </a:r>
            <a:r>
              <a:rPr dirty="0" err="1"/>
              <a:t>i</a:t>
            </a:r>
            <a:r>
              <a:rPr dirty="0"/>
              <a:t>=2; </a:t>
            </a:r>
            <a:r>
              <a:rPr dirty="0" err="1"/>
              <a:t>i</a:t>
            </a:r>
            <a:r>
              <a:rPr dirty="0"/>
              <a:t>&lt;=n/2; </a:t>
            </a:r>
            <a:r>
              <a:rPr dirty="0" err="1"/>
              <a:t>i</a:t>
            </a:r>
            <a:r>
              <a:rPr dirty="0"/>
              <a:t>++) {</a:t>
            </a:r>
          </a:p>
          <a:p>
            <a:pPr marL="0" indent="0">
              <a:buNone/>
            </a:pPr>
            <a:r>
              <a:rPr dirty="0"/>
              <a:t>    if(n % </a:t>
            </a:r>
            <a:r>
              <a:rPr dirty="0" err="1"/>
              <a:t>i</a:t>
            </a:r>
            <a:r>
              <a:rPr dirty="0"/>
              <a:t> == 0) {</a:t>
            </a:r>
          </a:p>
          <a:p>
            <a:pPr marL="0" indent="0">
              <a:buNone/>
            </a:pPr>
            <a:r>
              <a:rPr dirty="0"/>
              <a:t>        flag = 0;</a:t>
            </a:r>
          </a:p>
          <a:p>
            <a:pPr marL="0" indent="0">
              <a:buNone/>
            </a:pPr>
            <a:r>
              <a:rPr dirty="0"/>
              <a:t>        break;</a:t>
            </a:r>
          </a:p>
          <a:p>
            <a:pPr marL="0" indent="0">
              <a:buNone/>
            </a:pPr>
            <a:r>
              <a:rPr dirty="0"/>
              <a:t>    }</a:t>
            </a:r>
          </a:p>
          <a:p>
            <a:pPr marL="0" indent="0">
              <a:buNone/>
            </a:pPr>
            <a:r>
              <a:rPr dirty="0"/>
              <a:t>}</a:t>
            </a:r>
          </a:p>
          <a:p>
            <a:pPr marL="0" indent="0">
              <a:buNone/>
            </a:pPr>
            <a:r>
              <a:rPr dirty="0"/>
              <a:t>if(flag) </a:t>
            </a:r>
            <a:r>
              <a:rPr dirty="0" err="1"/>
              <a:t>printf</a:t>
            </a:r>
            <a:r>
              <a:rPr dirty="0"/>
              <a:t>("Prime");</a:t>
            </a:r>
          </a:p>
          <a:p>
            <a:pPr marL="0" indent="0">
              <a:buNone/>
            </a:pPr>
            <a:r>
              <a:rPr dirty="0"/>
              <a:t>else </a:t>
            </a:r>
            <a:r>
              <a:rPr dirty="0" err="1"/>
              <a:t>printf</a:t>
            </a:r>
            <a:r>
              <a:rPr dirty="0"/>
              <a:t>("Not Prime");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Nested Loops – Multiplication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Outer loop → rows</a:t>
            </a:r>
          </a:p>
          <a:p>
            <a:r>
              <a:rPr dirty="0"/>
              <a:t>Inner loop → columns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Print table of 2</a:t>
            </a:r>
            <a:endParaRPr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for(int </a:t>
            </a:r>
            <a:r>
              <a:rPr lang="en-US" dirty="0" err="1"/>
              <a:t>i</a:t>
            </a:r>
            <a:r>
              <a:rPr lang="en-US" dirty="0"/>
              <a:t> = 1; </a:t>
            </a:r>
            <a:r>
              <a:rPr lang="en-US" dirty="0" err="1"/>
              <a:t>i</a:t>
            </a:r>
            <a:r>
              <a:rPr lang="en-US" dirty="0"/>
              <a:t> &lt;= 10;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pPr marL="0" indent="0">
              <a:buNone/>
            </a:pPr>
            <a:r>
              <a:rPr lang="en-US" dirty="0"/>
              <a:t>       </a:t>
            </a:r>
            <a:r>
              <a:rPr lang="en-US" dirty="0" err="1"/>
              <a:t>printf</a:t>
            </a:r>
            <a:r>
              <a:rPr lang="en-US" dirty="0"/>
              <a:t>("2 x %d = %d\n", </a:t>
            </a:r>
            <a:r>
              <a:rPr lang="en-US" dirty="0" err="1"/>
              <a:t>i</a:t>
            </a:r>
            <a:r>
              <a:rPr lang="en-US" dirty="0"/>
              <a:t>, 2*</a:t>
            </a:r>
            <a:r>
              <a:rPr lang="en-US" dirty="0" err="1"/>
              <a:t>i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Write switch program for a calculator (+, -, *, /)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836</TotalTime>
  <Words>569</Words>
  <Application>Microsoft Office PowerPoint</Application>
  <PresentationFormat>On-screen Show (4:3)</PresentationFormat>
  <Paragraphs>100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Introduction to Loops &amp; Conditions in C</vt:lpstr>
      <vt:lpstr>Nested if-else – Max of 3 Numbers</vt:lpstr>
      <vt:lpstr>Nested if-else – Leap Year</vt:lpstr>
      <vt:lpstr>Switch Statement – Days of Week</vt:lpstr>
      <vt:lpstr>Why Loops?</vt:lpstr>
      <vt:lpstr>Factorial using Loop</vt:lpstr>
      <vt:lpstr>Fibonacci Series</vt:lpstr>
      <vt:lpstr>Prime Number Check</vt:lpstr>
      <vt:lpstr>Nested Loops – Multiplication Table</vt:lpstr>
      <vt:lpstr>Assignment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Jennifer J</cp:lastModifiedBy>
  <cp:revision>3</cp:revision>
  <dcterms:created xsi:type="dcterms:W3CDTF">2013-01-27T09:14:16Z</dcterms:created>
  <dcterms:modified xsi:type="dcterms:W3CDTF">2025-09-01T05:49:03Z</dcterms:modified>
  <cp:category/>
</cp:coreProperties>
</file>